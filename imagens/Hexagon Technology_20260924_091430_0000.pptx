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9616400" cy="12852400"/>
  <p:notesSz cx="6858000" cy="9144000"/>
  <p:embeddedFontLst>
    <p:embeddedFont>
      <p:font typeface="Mokoto Glitch 2" panose="020B0604020202020204" charset="0"/>
      <p:regular r:id="rId3"/>
    </p:embeddedFont>
    <p:embeddedFont>
      <p:font typeface="Wide" panose="020B0604020202020204" charset="0"/>
      <p:regular r:id="rId4"/>
    </p:embeddedFont>
    <p:embeddedFont>
      <p:font typeface="เอฟซี ฟาสท์" panose="020B0604020202020204" charset="-34"/>
      <p:regular r:id="rId5"/>
    </p:embeddedFont>
    <p:embeddedFont>
      <p:font typeface="เอฟซี ฟาสท์ Bold" panose="020B0604020202020204" charset="-34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71AD09-62A5-4270-9544-CB0C156C2065}" v="3" dt="2026-09-28T18:26:36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microsoft.com/office/2016/11/relationships/changesInfo" Target="changesInfos/changesInfo1.xml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on Andrade" userId="ea3a862e-353b-41b0-bb6c-e7c31ebdfd9b" providerId="ADAL" clId="{1C9670D6-6075-49C0-AA3A-A2B2F0F84D09}"/>
    <pc:docChg chg="modSld">
      <pc:chgData name="Anderson Andrade" userId="ea3a862e-353b-41b0-bb6c-e7c31ebdfd9b" providerId="ADAL" clId="{1C9670D6-6075-49C0-AA3A-A2B2F0F84D09}" dt="2026-09-28T18:25:53.876" v="1" actId="14100"/>
      <pc:docMkLst>
        <pc:docMk/>
      </pc:docMkLst>
      <pc:sldChg chg="modSp mod">
        <pc:chgData name="Anderson Andrade" userId="ea3a862e-353b-41b0-bb6c-e7c31ebdfd9b" providerId="ADAL" clId="{1C9670D6-6075-49C0-AA3A-A2B2F0F84D09}" dt="2026-09-28T18:25:53.876" v="1" actId="14100"/>
        <pc:sldMkLst>
          <pc:docMk/>
          <pc:sldMk cId="0" sldId="256"/>
        </pc:sldMkLst>
        <pc:spChg chg="mod">
          <ac:chgData name="Anderson Andrade" userId="ea3a862e-353b-41b0-bb6c-e7c31ebdfd9b" providerId="ADAL" clId="{1C9670D6-6075-49C0-AA3A-A2B2F0F84D09}" dt="2026-09-28T18:25:53.876" v="1" actId="14100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9622750" cy="12858750"/>
          </a:xfrm>
          <a:custGeom>
            <a:avLst/>
            <a:gdLst/>
            <a:ahLst/>
            <a:cxnLst/>
            <a:rect l="l" t="t" r="r" b="b"/>
            <a:pathLst>
              <a:path w="29622750" h="12858750">
                <a:moveTo>
                  <a:pt x="0" y="0"/>
                </a:moveTo>
                <a:lnTo>
                  <a:pt x="29622750" y="0"/>
                </a:lnTo>
                <a:lnTo>
                  <a:pt x="2962275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3" b="-14503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6791650" y="3628059"/>
            <a:ext cx="17900422" cy="6730989"/>
            <a:chOff x="0" y="0"/>
            <a:chExt cx="3771611" cy="14182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71612" cy="1418217"/>
            </a:xfrm>
            <a:custGeom>
              <a:avLst/>
              <a:gdLst/>
              <a:ahLst/>
              <a:cxnLst/>
              <a:rect l="l" t="t" r="r" b="b"/>
              <a:pathLst>
                <a:path w="3771612" h="1418217">
                  <a:moveTo>
                    <a:pt x="0" y="0"/>
                  </a:moveTo>
                  <a:lnTo>
                    <a:pt x="3771612" y="0"/>
                  </a:lnTo>
                  <a:lnTo>
                    <a:pt x="3771612" y="1418217"/>
                  </a:lnTo>
                  <a:lnTo>
                    <a:pt x="0" y="14182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71611" cy="1456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319711" y="3628059"/>
            <a:ext cx="8983328" cy="4283984"/>
          </a:xfrm>
          <a:custGeom>
            <a:avLst/>
            <a:gdLst/>
            <a:ahLst/>
            <a:cxnLst/>
            <a:rect l="l" t="t" r="r" b="b"/>
            <a:pathLst>
              <a:path w="8983328" h="4283984">
                <a:moveTo>
                  <a:pt x="0" y="0"/>
                </a:moveTo>
                <a:lnTo>
                  <a:pt x="8983328" y="0"/>
                </a:lnTo>
                <a:lnTo>
                  <a:pt x="8983328" y="4283985"/>
                </a:lnTo>
                <a:lnTo>
                  <a:pt x="0" y="42839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35" t="-30870" r="-27039" b="-4788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3022802" y="12138458"/>
            <a:ext cx="3291721" cy="427924"/>
          </a:xfrm>
          <a:custGeom>
            <a:avLst/>
            <a:gdLst/>
            <a:ahLst/>
            <a:cxnLst/>
            <a:rect l="l" t="t" r="r" b="b"/>
            <a:pathLst>
              <a:path w="3291721" h="427924">
                <a:moveTo>
                  <a:pt x="0" y="0"/>
                </a:moveTo>
                <a:lnTo>
                  <a:pt x="3291721" y="0"/>
                </a:lnTo>
                <a:lnTo>
                  <a:pt x="3291721" y="427923"/>
                </a:lnTo>
                <a:lnTo>
                  <a:pt x="0" y="427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6417898" y="12192629"/>
            <a:ext cx="373753" cy="373753"/>
          </a:xfrm>
          <a:custGeom>
            <a:avLst/>
            <a:gdLst/>
            <a:ahLst/>
            <a:cxnLst/>
            <a:rect l="l" t="t" r="r" b="b"/>
            <a:pathLst>
              <a:path w="373753" h="373753">
                <a:moveTo>
                  <a:pt x="0" y="0"/>
                </a:moveTo>
                <a:lnTo>
                  <a:pt x="373752" y="0"/>
                </a:lnTo>
                <a:lnTo>
                  <a:pt x="373752" y="373752"/>
                </a:lnTo>
                <a:lnTo>
                  <a:pt x="0" y="373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22656800" y="3304209"/>
            <a:ext cx="4286257" cy="2910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28"/>
              </a:lnSpc>
            </a:pPr>
            <a:r>
              <a:rPr lang="en-US" sz="17020" spc="1872" dirty="0">
                <a:solidFill>
                  <a:srgbClr val="FFFFFF"/>
                </a:solidFill>
                <a:latin typeface="เอฟซี ฟาสท์"/>
                <a:ea typeface="เอฟซี ฟาสท์"/>
                <a:cs typeface="เอฟซี ฟาสท์"/>
                <a:sym typeface="เอฟซี ฟาสท์"/>
              </a:rPr>
              <a:t>23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484924" y="6172200"/>
            <a:ext cx="4895644" cy="223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22"/>
              </a:lnSpc>
            </a:pPr>
            <a:r>
              <a:rPr lang="en-US" sz="13016" b="1" dirty="0">
                <a:gradFill>
                  <a:gsLst>
                    <a:gs pos="0">
                      <a:srgbClr val="990219">
                        <a:alpha val="100000"/>
                      </a:srgbClr>
                    </a:gs>
                    <a:gs pos="100000">
                      <a:srgbClr val="3E1616">
                        <a:alpha val="100000"/>
                      </a:srgbClr>
                    </a:gs>
                  </a:gsLst>
                  <a:lin ang="0"/>
                </a:gradFill>
                <a:latin typeface="เอฟซี ฟาสท์ Bold"/>
                <a:ea typeface="เอฟซี ฟาสท์ Bold"/>
                <a:cs typeface="เอฟซี ฟาสท์ Bold"/>
                <a:sym typeface="เอฟซี ฟาสท์ Bold"/>
              </a:rPr>
              <a:t>OUT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0924" y="5178392"/>
            <a:ext cx="8248523" cy="180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0"/>
              </a:lnSpc>
            </a:pPr>
            <a:r>
              <a:rPr lang="en-US" sz="3443">
                <a:solidFill>
                  <a:srgbClr val="990219"/>
                </a:solidFill>
                <a:latin typeface="Wide"/>
                <a:ea typeface="Wide"/>
                <a:cs typeface="Wide"/>
                <a:sym typeface="Wide"/>
              </a:rPr>
              <a:t>transformamos oque imaginamos e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0924" y="7114231"/>
            <a:ext cx="7556646" cy="2427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6"/>
              </a:lnSpc>
            </a:pPr>
            <a:r>
              <a:rPr lang="en-US" sz="3440">
                <a:solidFill>
                  <a:srgbClr val="FFFFFF"/>
                </a:solidFill>
                <a:latin typeface="Wide"/>
                <a:ea typeface="Wide"/>
                <a:cs typeface="Wide"/>
                <a:sym typeface="Wide"/>
              </a:rPr>
              <a:t>criamos juntos oque ainda está por viR.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0924" y="3242554"/>
            <a:ext cx="8248523" cy="180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0"/>
              </a:lnSpc>
            </a:pPr>
            <a:r>
              <a:rPr lang="en-US" sz="3443">
                <a:solidFill>
                  <a:srgbClr val="990219"/>
                </a:solidFill>
                <a:latin typeface="Wide"/>
                <a:ea typeface="Wide"/>
                <a:cs typeface="Wide"/>
                <a:sym typeface="Wide"/>
              </a:rPr>
              <a:t>CONECTAMOS OQUE APRENDEMOS,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22802" y="11636954"/>
            <a:ext cx="3291721" cy="39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sz="227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Mokoto Glitch 2"/>
                <a:ea typeface="Mokoto Glitch 2"/>
                <a:cs typeface="Mokoto Glitch 2"/>
                <a:sym typeface="Mokoto Glitch 2"/>
              </a:rPr>
              <a:t>Marg Tech 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</Words>
  <Application>Microsoft Office PowerPoint</Application>
  <PresentationFormat>Personalizar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Mokoto Glitch 2</vt:lpstr>
      <vt:lpstr>Calibri</vt:lpstr>
      <vt:lpstr>เอฟซี ฟาสท์</vt:lpstr>
      <vt:lpstr>เอฟซี ฟาสท์ Bold</vt:lpstr>
      <vt:lpstr>Wide</vt:lpstr>
      <vt:lpstr>Arial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Hexagon Technology</dc:title>
  <dc:creator>Anderson Andrade</dc:creator>
  <cp:lastModifiedBy>Anderson Andrade</cp:lastModifiedBy>
  <cp:revision>1</cp:revision>
  <dcterms:created xsi:type="dcterms:W3CDTF">2006-08-16T00:00:00Z</dcterms:created>
  <dcterms:modified xsi:type="dcterms:W3CDTF">2026-09-28T18:26:47Z</dcterms:modified>
  <dc:identifier>DAHWEHCfCU8</dc:identifier>
</cp:coreProperties>
</file>